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virasat-indol.vercel.app" TargetMode="External"/><Relationship Id="rId2" Type="http://schemas.openxmlformats.org/officeDocument/2006/relationships/hyperlink" Target="https://github.com/usv240/virasa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INNOVATION HACKATHON 2026  ·  PROJECT SUBMISSION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Virasat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claim your family's money.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product. Photograph old papers, and Virasat finds where the money is, explains what to do in your language, and fills the forms.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 ·  Generative AI  ·  Social Impact  ·  Accessibility</a:t>
            </a:r>
            <a:endParaRPr lang="en-US" sz="1050" dirty="0"/>
          </a:p>
        </p:txBody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548640" y="3291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it now: virasat-indol.vercel.app</a:t>
            </a:r>
            <a:endParaRPr lang="en-US" sz="1300" dirty="0"/>
          </a:p>
        </p:txBody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Code: github.com/usv240/virasat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41264" y="649224"/>
            <a:ext cx="1673352" cy="3547872"/>
          </a:xfrm>
          <a:prstGeom prst="roundRect">
            <a:avLst>
              <a:gd name="adj" fmla="val 327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685800"/>
            <a:ext cx="1600200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406640" y="1463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Hindi,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phone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PROBLEM STATEMENT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Lakhs of families have money waiting for them.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just do not know 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unclaimed across banks, insurance, PF and shares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38528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42032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066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₹72,454 cr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old bank accounts alone, parked with RBI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26864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9145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 lakh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have ever used RBI's search portal, in a country of 140 crore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08192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711696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76288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₹38,700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returned per family in Gujarat's claim camps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93024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3989527"/>
            <a:ext cx="241402" cy="24140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371600" y="376732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stays stuck: </a:t>
            </a:r>
            <a:pPr indent="0" marL="0">
              <a:buNone/>
            </a:pPr>
            <a:r>
              <a:rPr lang="en-US" sz="12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knew it existed; it is spread across six separate portals, mostly in English; the rules are confusing, so agents take 5 to 15 percent; and accounts without a nominee become new unclaimed money every year.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Union Finance Minister, Oct 2025  [2] Govt and RBI, Jan 2026  [3] RBI UDGAM, Jul 2025  [4] All India Radio. Full list on the References page of the site.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PROPOSED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photo. Get your family's money back.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FIND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old papers, or upload the income tax statement. Virasat lists every place the family may have money, and the exact portal to search.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37744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95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CLAIM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plain questions. A tested rule engine picks the route and generates the filled claim pack as a PDF.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48056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079" y="173095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TRACK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next action, and a pre-written ombudsman complaint after 30 days of silence.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58368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199" y="173095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PREVENT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Parivaar Vault records every account and checks that each has a nominee.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023360"/>
            <a:ext cx="292608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23944"/>
            <a:ext cx="210312" cy="2103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1440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Hindi, by voice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520440" y="4023360"/>
            <a:ext cx="329184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5888" y="412394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9776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dark, phone and laptop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949440" y="4023360"/>
            <a:ext cx="219456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123944"/>
            <a:ext cx="210312" cy="21031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06640" y="4023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 up to try it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working product, not a mock-up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02336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023360" cy="2834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three sample papers and the tax statement become a list of ₹4.85 lakh waiting in 5 places, each with its own portal and guided steps.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rule engine picks the route, the Two AI Debate checks it, and the filled claim pack downloads as a PDF.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exist nowhere else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150235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353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tax statement becomes an asset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6276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legal heir can get the account holder's Annual Information Statement. It lists interest from every bank and dividends from every company. Virasat turns that one PDF into a list of places to claim from, even with no papers at all.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221992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" y="2352751"/>
            <a:ext cx="241402" cy="2414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20370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AI Debate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478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argues for the route, a second hunts for what could go wrong, a third gives the verdict with reasons and risks. The referee can only make advice more careful, never overrule the rules.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3072384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" y="320314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0540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by separation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3284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reads, explains and translates. Every legal decision comes from a deterministic, versioned, unit-tested rule engine, so an institution can audit it.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922776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" y="4053535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904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data, key and rules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41788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sends its own claim rules as JSON. Virasat applies them and records the rule version on every claim.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INNOVATION: THE TWO AI DEBATE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Challenger caught what a single answer missed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nominee route is correct: the passbook names a nominee and the amount is below the bank's threshold.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4632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passbook says 'Sunita R Kulkarni'. Her ID may say 'Sunita Ramesh Kulkarni'. Banks reject claims on a spelling mismatch.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552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Nominee route. High confidence. Next step: carry an ID that matches the nominee name exactly, or an affidavit for the name variation.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multi-agent debate improves factual accuracy (Du and others, ICML 2024). Newer work warns it is not always better, so we measure it: npm run eval reports how often the Challenger catches a planted problem, with and without the debate. Both numbers are published on the site.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built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 with JSON schema outputs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PDF tables parsed in code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packs built with pdf-lib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speech in and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371600"/>
            <a:ext cx="2468880" cy="2240280"/>
          </a:xfrm>
          <a:prstGeom prst="roundRect">
            <a:avLst>
              <a:gd name="adj" fmla="val 3265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7830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engine, 5 institutions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and unit-tested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rules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can only raise caution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264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16, React 19, TypeScript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with keys and limits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9457 errors, playground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stays in the browser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42032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679192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679192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axe violations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26864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764024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/ 100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perf / a11y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11696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48856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₹16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cost per claim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IMPLEMENTATION: MEASURED, NOT CLAIMED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cheap phone, in your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05072" cy="2267712"/>
          </a:xfrm>
          <a:prstGeom prst="roundRect">
            <a:avLst>
              <a:gd name="adj" fmla="val 241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18304" y="1335024"/>
            <a:ext cx="1490472" cy="3136392"/>
          </a:xfrm>
          <a:prstGeom prst="roundRect">
            <a:avLst>
              <a:gd name="adj" fmla="val 3681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1417320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46520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(axe, WCAG 2.2 AA)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446520" y="159105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serious or critical across 11 pages, light and dark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446520" y="2148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Lighthouse, live, 3 runs each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46520" y="23682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to 100 desktop, 91 to 96 on a throttled phone. 100 accessibility, best practices and SEO on both, and layout shift under a quarter of the 0.1 threshold.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signal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1455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Installable. A service worker keeps every opened page, the Vault and the glossary working offline, and says which steps are waiting.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03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and reach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922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 on every screen including the rule output and the debate. 320 px, 44 px controls, voice in and out, no sign up.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and Hindi are one tap from any screen.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for one family, and for the country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1737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₹4.2 lakh 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Virasat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Agent's cut (5 to 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₹21,000 to ₹63,000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on paperwork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Months of office visits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ready the same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of missing money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High: nobody knows what exists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Low: the tax statement shows every bank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417320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E3A33B"/>
          </a:solidFill>
          <a:ln w="9525">
            <a:solidFill>
              <a:srgbClr val="E3A33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₹184 crore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families if just 0.1 percent of the pool is claimed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760720" y="2496312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43600" y="2587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₹38.7 crore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29535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in agent fees if we help 1 lakh families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760720" y="3575304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₹20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per family, against ₹38,700 returned on average. Roughly 1,900 rupees recovered per rupee spent.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fees: IEPF recovery consultants publish 5 to 15 percent. ₹38,700 average claim = ₹104 crore over 26,874 claims (All India Radio). AI cost is arithmetic on token counts at published Claude Opus 5 prices, shown in full at /proof and reproducible with npm run measure:cost.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SCALABILITY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bank is adding one file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51460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E6F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6426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8986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district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3009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centres and one bank. Count the money returned every week.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C8DED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23682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624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institutions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302666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file per bank, insurer and fund house.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96596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1F6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2093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500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languages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75234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Aggregator. Join the RBI and IRDAI campaigns.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E3A3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31152" y="18196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2075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India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247802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families, and countries with similar unclaimed money programmes.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earns: free for families. Banks and insurers pay, because regulators push them to clear unclaimed balances. Service centres charge a small fixed fee instead of an agent's percentage.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FEASIBILITY: THE ARITHMETIC, IN PUBLIC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₹20 a family, open rules, and every number checkable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8F6"/>
          </a:solidFill>
          <a:ln w="9525">
            <a:solidFill>
              <a:srgbClr val="F2F8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family costs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photographed papers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8745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₹5.17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reviewers, 3 claim routes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3317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₹14.82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statement, rules, claim packs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family, end to end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₹19.99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75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journey costs nothing per family, because most of it runs in ordinary code. The AI is used only to read a photograph and to argue about a route.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9834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are open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18288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procedure of each institution, as machine readable data. Served with no key, MIT licensed, at /api/v1/rules/corpus. If a bank or a government portal takes it, that is the point. We would rather be the standard than the site.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983480" y="30266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33375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npm run audit, re-runs accessibility on every page in both themes, Lighthouse three times on two profiles, the tests and the build, then writes the report including whatever failed.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goes down, not up, with scale: overnight work moves to the Batch API at half price, and a clear printed passbook does not need the largest model. About ₹4 a family at the lowest setting.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Anthropic prices, checked 21 Sep 2026, converted at 88 rupees to the dollar. Average of ₹38,700 returned per family: Gujarat camps, All India Radio.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DEMONSTRATION: FOR JUDGES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criterion mapped to proof you can open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828032" cy="3044952"/>
          </a:xfrm>
          <a:prstGeom prst="roundRect">
            <a:avLst>
              <a:gd name="adj" fmla="val 1802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75488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0" y="1463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2-minute guided tour of the live product.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mapping each criterion and weight to a claim and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list: what is real, what is sample data, what is planned.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deliverable Rules.md asks for, with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resets the demo for the next judge.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/judges on the live site.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FUTURE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three things we build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6056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4630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and more languages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behind a WhatsApp number, plus Marathi, Tamil, Telugu and Bengali, so families who never open a website can still use 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65724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8072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certificates directly and, with consent, read bank data through India's account aggregator framework, so the search step disappears.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56616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70880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centre network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85876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dashboard for the 5 lakh Common Service Centres, so one trained operator can run claims for a whole village.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Aapki Poonji, Aapka Adhikar.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money, your right. Virasat is the layer that gets families to it, in their own language.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to be claimed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photo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families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tests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zero a11y violations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  ·  Global Innovation Hackathon 2026  ·  Live at virasat-indol.vercel.app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Virasat: Team USV, Project Submission</dc:title>
  <dc:subject>PptxGenJS Presentation</dc:subject>
  <dc:creator>PptxGenJS</dc:creator>
  <cp:lastModifiedBy>PptxGenJS</cp:lastModifiedBy>
  <cp:revision>1</cp:revision>
  <dcterms:created xsi:type="dcterms:W3CDTF">2026-09-21T15:20:50Z</dcterms:created>
  <dcterms:modified xsi:type="dcterms:W3CDTF">2026-09-21T15:20:50Z</dcterms:modified>
</cp:coreProperties>
</file>